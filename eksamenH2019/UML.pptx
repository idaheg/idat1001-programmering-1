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95D593-1E97-E74A-B09D-EFA651C4103D}" v="33" dt="2020-12-13T15:39:00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iddels stil 4 – utheving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iddels stil 4 – uthevin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iddels stil 4 – uthevin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493"/>
    <p:restoredTop sz="94697"/>
  </p:normalViewPr>
  <p:slideViewPr>
    <p:cSldViewPr snapToGrid="0" snapToObjects="1" showGuides="1">
      <p:cViewPr varScale="1">
        <p:scale>
          <a:sx n="103" d="100"/>
          <a:sy n="103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a Green Heglund" userId="5b1a2458-676c-4f5d-a8c8-c81d852fb515" providerId="ADAL" clId="{A895D593-1E97-E74A-B09D-EFA651C4103D}"/>
    <pc:docChg chg="modSld">
      <pc:chgData name="Ida Green Heglund" userId="5b1a2458-676c-4f5d-a8c8-c81d852fb515" providerId="ADAL" clId="{A895D593-1E97-E74A-B09D-EFA651C4103D}" dt="2020-12-14T11:40:35.806" v="0" actId="13822"/>
      <pc:docMkLst>
        <pc:docMk/>
      </pc:docMkLst>
      <pc:sldChg chg="modSp mod">
        <pc:chgData name="Ida Green Heglund" userId="5b1a2458-676c-4f5d-a8c8-c81d852fb515" providerId="ADAL" clId="{A895D593-1E97-E74A-B09D-EFA651C4103D}" dt="2020-12-14T11:40:35.806" v="0" actId="13822"/>
        <pc:sldMkLst>
          <pc:docMk/>
          <pc:sldMk cId="2054818256" sldId="256"/>
        </pc:sldMkLst>
        <pc:spChg chg="mod">
          <ac:chgData name="Ida Green Heglund" userId="5b1a2458-676c-4f5d-a8c8-c81d852fb515" providerId="ADAL" clId="{A895D593-1E97-E74A-B09D-EFA651C4103D}" dt="2020-12-14T11:40:35.806" v="0" actId="13822"/>
          <ac:spMkLst>
            <pc:docMk/>
            <pc:sldMk cId="2054818256" sldId="256"/>
            <ac:spMk id="16" creationId="{0F167A74-DEAC-794A-AF93-FD085F0EFB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739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424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598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219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607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225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196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352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023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94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748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90A37-FAA7-DB47-809D-FD1B085D22A0}" type="datetimeFigureOut">
              <a:rPr lang="nb-NO" smtClean="0"/>
              <a:t>14.12.2020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0779-B882-DA49-BD14-506CFE2D51D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996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 4">
            <a:extLst>
              <a:ext uri="{FF2B5EF4-FFF2-40B4-BE49-F238E27FC236}">
                <a16:creationId xmlns:a16="http://schemas.microsoft.com/office/drawing/2014/main" id="{AF8AA67F-BABF-9D42-A200-FEE0A7F15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66389"/>
              </p:ext>
            </p:extLst>
          </p:nvPr>
        </p:nvGraphicFramePr>
        <p:xfrm>
          <a:off x="238899" y="284892"/>
          <a:ext cx="2627869" cy="54914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627869">
                  <a:extLst>
                    <a:ext uri="{9D8B030D-6E8A-4147-A177-3AD203B41FA5}">
                      <a16:colId xmlns:a16="http://schemas.microsoft.com/office/drawing/2014/main" val="1613020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dirty="0" err="1"/>
                        <a:t>Hearingaid</a:t>
                      </a: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int</a:t>
                      </a:r>
                      <a:r>
                        <a:rPr lang="nb-NO" dirty="0"/>
                        <a:t> ID {</a:t>
                      </a:r>
                      <a:r>
                        <a:rPr lang="nb-NO" dirty="0" err="1"/>
                        <a:t>read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only</a:t>
                      </a:r>
                      <a:r>
                        <a:rPr lang="nb-NO" dirty="0"/>
                        <a:t>}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TYPE {</a:t>
                      </a:r>
                      <a:r>
                        <a:rPr lang="nb-NO" dirty="0" err="1"/>
                        <a:t>read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only</a:t>
                      </a:r>
                      <a:r>
                        <a:rPr lang="nb-NO" dirty="0"/>
                        <a:t>}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boolean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rented</a:t>
                      </a:r>
                      <a:endParaRPr lang="nb-NO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renterName</a:t>
                      </a: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898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Hearingaid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int</a:t>
                      </a:r>
                      <a:r>
                        <a:rPr lang="nb-NO" dirty="0"/>
                        <a:t> ID,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TYPE)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int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getID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getTYPE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boolean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isRented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void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setRented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boolean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rented</a:t>
                      </a:r>
                      <a:r>
                        <a:rPr lang="nb-NO" dirty="0"/>
                        <a:t>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getRenterName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void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setRenterName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renterName</a:t>
                      </a:r>
                      <a:r>
                        <a:rPr lang="nb-NO" dirty="0"/>
                        <a:t>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boolean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equals</a:t>
                      </a:r>
                      <a:r>
                        <a:rPr lang="nb-NO" dirty="0"/>
                        <a:t>(Object o)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toString</a:t>
                      </a:r>
                      <a:r>
                        <a:rPr lang="nb-NO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043090"/>
                  </a:ext>
                </a:extLst>
              </a:tr>
            </a:tbl>
          </a:graphicData>
        </a:graphic>
      </p:graphicFrame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BD31E04-F515-3D4E-BC6C-E85884525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204853"/>
              </p:ext>
            </p:extLst>
          </p:nvPr>
        </p:nvGraphicFramePr>
        <p:xfrm>
          <a:off x="4225255" y="284892"/>
          <a:ext cx="4679846" cy="41198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679846">
                  <a:extLst>
                    <a:ext uri="{9D8B030D-6E8A-4147-A177-3AD203B41FA5}">
                      <a16:colId xmlns:a16="http://schemas.microsoft.com/office/drawing/2014/main" val="1613020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dirty="0" err="1"/>
                        <a:t>HearingaidCentral</a:t>
                      </a: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name</a:t>
                      </a:r>
                      <a:endParaRPr lang="nb-NO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- </a:t>
                      </a:r>
                      <a:r>
                        <a:rPr lang="nb-NO" dirty="0" err="1"/>
                        <a:t>ArrayList</a:t>
                      </a:r>
                      <a:r>
                        <a:rPr lang="nb-NO" dirty="0"/>
                        <a:t>&lt;</a:t>
                      </a:r>
                      <a:r>
                        <a:rPr lang="nb-NO" dirty="0" err="1"/>
                        <a:t>Hearingaid</a:t>
                      </a:r>
                      <a:r>
                        <a:rPr lang="nb-NO" dirty="0"/>
                        <a:t>&gt; </a:t>
                      </a:r>
                      <a:r>
                        <a:rPr lang="nb-NO" dirty="0" err="1"/>
                        <a:t>hearingaids</a:t>
                      </a: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898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HearingaidCentral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name</a:t>
                      </a:r>
                      <a:r>
                        <a:rPr lang="nb-NO" dirty="0"/>
                        <a:t>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getName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ArrayList</a:t>
                      </a:r>
                      <a:r>
                        <a:rPr lang="nb-NO" dirty="0"/>
                        <a:t>&lt;</a:t>
                      </a:r>
                      <a:r>
                        <a:rPr lang="nb-NO" dirty="0" err="1"/>
                        <a:t>Hearingaid</a:t>
                      </a:r>
                      <a:r>
                        <a:rPr lang="nb-NO" dirty="0"/>
                        <a:t>&gt; </a:t>
                      </a:r>
                      <a:r>
                        <a:rPr lang="nb-NO" dirty="0" err="1"/>
                        <a:t>getHearingaids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void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setName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name</a:t>
                      </a:r>
                      <a:r>
                        <a:rPr lang="nb-NO" dirty="0"/>
                        <a:t>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boolean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regHearingaid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int</a:t>
                      </a:r>
                      <a:r>
                        <a:rPr lang="nb-NO" dirty="0"/>
                        <a:t> id,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type)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nb-N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regRent</a:t>
                      </a:r>
                      <a:r>
                        <a:rPr lang="nb-NO" dirty="0"/>
                        <a:t>(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nb-N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b-NO" dirty="0"/>
                        <a:t>id</a:t>
                      </a:r>
                      <a:r>
                        <a:rPr lang="nb-N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renterName</a:t>
                      </a:r>
                      <a:r>
                        <a:rPr lang="nb-NO" dirty="0"/>
                        <a:t>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nb-N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terminateRent</a:t>
                      </a:r>
                      <a:r>
                        <a:rPr lang="nb-NO" dirty="0"/>
                        <a:t>(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nb-N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b-NO" dirty="0"/>
                        <a:t>id)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ArrayList</a:t>
                      </a:r>
                      <a:r>
                        <a:rPr lang="nb-NO" dirty="0"/>
                        <a:t>&lt;</a:t>
                      </a:r>
                      <a:r>
                        <a:rPr lang="nb-NO" dirty="0" err="1"/>
                        <a:t>Hearingaid</a:t>
                      </a:r>
                      <a:r>
                        <a:rPr lang="nb-NO" dirty="0"/>
                        <a:t>&gt;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listAllHearingaids</a:t>
                      </a:r>
                      <a:r>
                        <a:rPr lang="nb-NO" dirty="0"/>
                        <a:t>()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ArrayList</a:t>
                      </a:r>
                      <a:r>
                        <a:rPr lang="nb-NO" dirty="0"/>
                        <a:t>&lt;</a:t>
                      </a:r>
                      <a:r>
                        <a:rPr lang="nb-NO" dirty="0" err="1"/>
                        <a:t>Hearingaid</a:t>
                      </a:r>
                      <a:r>
                        <a:rPr lang="nb-NO" dirty="0"/>
                        <a:t>&gt; </a:t>
                      </a:r>
                      <a:r>
                        <a:rPr lang="nb-NO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listFreeHearingaidsOfType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type)</a:t>
                      </a:r>
                    </a:p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toString</a:t>
                      </a:r>
                      <a:r>
                        <a:rPr lang="nb-NO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043090"/>
                  </a:ext>
                </a:extLst>
              </a:tr>
            </a:tbl>
          </a:graphicData>
        </a:graphic>
      </p:graphicFrame>
      <p:graphicFrame>
        <p:nvGraphicFramePr>
          <p:cNvPr id="7" name="Tabell 4">
            <a:extLst>
              <a:ext uri="{FF2B5EF4-FFF2-40B4-BE49-F238E27FC236}">
                <a16:creationId xmlns:a16="http://schemas.microsoft.com/office/drawing/2014/main" id="{359BEDE5-707C-7144-B619-A538721CD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690564"/>
              </p:ext>
            </p:extLst>
          </p:nvPr>
        </p:nvGraphicFramePr>
        <p:xfrm>
          <a:off x="4225254" y="5565348"/>
          <a:ext cx="4679846" cy="11125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679846">
                  <a:extLst>
                    <a:ext uri="{9D8B030D-6E8A-4147-A177-3AD203B41FA5}">
                      <a16:colId xmlns:a16="http://schemas.microsoft.com/office/drawing/2014/main" val="1613020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898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 </a:t>
                      </a:r>
                      <a:r>
                        <a:rPr lang="nb-NO" dirty="0" err="1"/>
                        <a:t>Static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void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main</a:t>
                      </a:r>
                      <a:r>
                        <a:rPr lang="nb-NO" dirty="0"/>
                        <a:t>(</a:t>
                      </a:r>
                      <a:r>
                        <a:rPr lang="nb-NO" dirty="0" err="1"/>
                        <a:t>String</a:t>
                      </a:r>
                      <a:r>
                        <a:rPr lang="nb-NO" dirty="0"/>
                        <a:t>[] </a:t>
                      </a:r>
                      <a:r>
                        <a:rPr lang="nb-NO" dirty="0" err="1"/>
                        <a:t>args</a:t>
                      </a:r>
                      <a:r>
                        <a:rPr lang="nb-NO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043090"/>
                  </a:ext>
                </a:extLst>
              </a:tr>
            </a:tbl>
          </a:graphicData>
        </a:graphic>
      </p:graphicFrame>
      <p:sp>
        <p:nvSpPr>
          <p:cNvPr id="8" name="Rombe 7">
            <a:extLst>
              <a:ext uri="{FF2B5EF4-FFF2-40B4-BE49-F238E27FC236}">
                <a16:creationId xmlns:a16="http://schemas.microsoft.com/office/drawing/2014/main" id="{45E4214B-AD9F-AA4E-897A-3114BA01ECA0}"/>
              </a:ext>
            </a:extLst>
          </p:cNvPr>
          <p:cNvSpPr/>
          <p:nvPr/>
        </p:nvSpPr>
        <p:spPr>
          <a:xfrm>
            <a:off x="3928692" y="1606378"/>
            <a:ext cx="284205" cy="222421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80D73D84-1047-CF43-9A85-6F83D9CF57B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866768" y="1717589"/>
            <a:ext cx="10619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C9183EB8-2F94-F94E-B647-701AF6F1CEA8}"/>
              </a:ext>
            </a:extLst>
          </p:cNvPr>
          <p:cNvSpPr txBox="1"/>
          <p:nvPr/>
        </p:nvSpPr>
        <p:spPr>
          <a:xfrm>
            <a:off x="3923568" y="12926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1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AB8D10A-A38C-0248-995E-18EAD2141FA6}"/>
              </a:ext>
            </a:extLst>
          </p:cNvPr>
          <p:cNvSpPr txBox="1"/>
          <p:nvPr/>
        </p:nvSpPr>
        <p:spPr>
          <a:xfrm>
            <a:off x="2866768" y="129265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0...*</a:t>
            </a:r>
          </a:p>
        </p:txBody>
      </p:sp>
      <p:sp>
        <p:nvSpPr>
          <p:cNvPr id="16" name="Rombe 15">
            <a:extLst>
              <a:ext uri="{FF2B5EF4-FFF2-40B4-BE49-F238E27FC236}">
                <a16:creationId xmlns:a16="http://schemas.microsoft.com/office/drawing/2014/main" id="{0F167A74-DEAC-794A-AF93-FD085F0EFB48}"/>
              </a:ext>
            </a:extLst>
          </p:cNvPr>
          <p:cNvSpPr/>
          <p:nvPr/>
        </p:nvSpPr>
        <p:spPr>
          <a:xfrm rot="5400000">
            <a:off x="6246342" y="5312035"/>
            <a:ext cx="284205" cy="2224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" name="Rett linje 16">
            <a:extLst>
              <a:ext uri="{FF2B5EF4-FFF2-40B4-BE49-F238E27FC236}">
                <a16:creationId xmlns:a16="http://schemas.microsoft.com/office/drawing/2014/main" id="{5E762EE5-AF06-AA45-8369-D76178E6482F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6388444" y="4404772"/>
            <a:ext cx="0" cy="8763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37951AEF-1844-6D49-85BA-93AC4A0DE65D}"/>
              </a:ext>
            </a:extLst>
          </p:cNvPr>
          <p:cNvSpPr txBox="1"/>
          <p:nvPr/>
        </p:nvSpPr>
        <p:spPr>
          <a:xfrm>
            <a:off x="6499655" y="52385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1</a:t>
            </a: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93550F4A-8273-BF4D-B063-41787F7ADCD4}"/>
              </a:ext>
            </a:extLst>
          </p:cNvPr>
          <p:cNvSpPr txBox="1"/>
          <p:nvPr/>
        </p:nvSpPr>
        <p:spPr>
          <a:xfrm>
            <a:off x="6499655" y="4407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481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be 1">
            <a:extLst>
              <a:ext uri="{FF2B5EF4-FFF2-40B4-BE49-F238E27FC236}">
                <a16:creationId xmlns:a16="http://schemas.microsoft.com/office/drawing/2014/main" id="{B860CE34-58A4-5F4D-B20A-28D7A9D482A4}"/>
              </a:ext>
            </a:extLst>
          </p:cNvPr>
          <p:cNvSpPr/>
          <p:nvPr/>
        </p:nvSpPr>
        <p:spPr>
          <a:xfrm>
            <a:off x="556054" y="333632"/>
            <a:ext cx="1210962" cy="1136822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9D463047-7FE0-504C-A62C-347621A5B341}"/>
              </a:ext>
            </a:extLst>
          </p:cNvPr>
          <p:cNvSpPr txBox="1"/>
          <p:nvPr/>
        </p:nvSpPr>
        <p:spPr>
          <a:xfrm>
            <a:off x="444841" y="578877"/>
            <a:ext cx="143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Utlevering av hjelpemidler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1B54E4DC-A4DE-3248-BD2D-48E5F7BEDCA7}"/>
              </a:ext>
            </a:extLst>
          </p:cNvPr>
          <p:cNvSpPr/>
          <p:nvPr/>
        </p:nvSpPr>
        <p:spPr>
          <a:xfrm>
            <a:off x="444843" y="2217177"/>
            <a:ext cx="1433384" cy="7908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9AC98D59-C35F-714D-9C69-A6F09B5A80B7}"/>
              </a:ext>
            </a:extLst>
          </p:cNvPr>
          <p:cNvSpPr txBox="1"/>
          <p:nvPr/>
        </p:nvSpPr>
        <p:spPr>
          <a:xfrm>
            <a:off x="284203" y="2289427"/>
            <a:ext cx="1754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Henter en </a:t>
            </a:r>
            <a:r>
              <a:rPr lang="nb-NO" dirty="0" err="1"/>
              <a:t>string</a:t>
            </a:r>
            <a:r>
              <a:rPr lang="nb-NO" dirty="0"/>
              <a:t> med ID-</a:t>
            </a:r>
            <a:r>
              <a:rPr lang="nb-NO" dirty="0" err="1"/>
              <a:t>nr</a:t>
            </a:r>
            <a:endParaRPr lang="nb-NO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9D6D9585-FB06-FE4D-BCE6-F873894A0D23}"/>
              </a:ext>
            </a:extLst>
          </p:cNvPr>
          <p:cNvSpPr/>
          <p:nvPr/>
        </p:nvSpPr>
        <p:spPr>
          <a:xfrm>
            <a:off x="444843" y="3815238"/>
            <a:ext cx="1433384" cy="7908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30E1A8E2-B4D1-2842-9524-560AEDD5F6D8}"/>
              </a:ext>
            </a:extLst>
          </p:cNvPr>
          <p:cNvSpPr txBox="1"/>
          <p:nvPr/>
        </p:nvSpPr>
        <p:spPr>
          <a:xfrm>
            <a:off x="284204" y="3890489"/>
            <a:ext cx="17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Parser </a:t>
            </a:r>
            <a:r>
              <a:rPr lang="nb-NO" dirty="0" err="1"/>
              <a:t>stringen</a:t>
            </a:r>
            <a:r>
              <a:rPr lang="nb-NO" dirty="0"/>
              <a:t> til en </a:t>
            </a:r>
            <a:r>
              <a:rPr lang="nb-NO" dirty="0" err="1"/>
              <a:t>int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78B9834D-94AE-9041-B2D0-839431191E70}"/>
              </a:ext>
            </a:extLst>
          </p:cNvPr>
          <p:cNvSpPr/>
          <p:nvPr/>
        </p:nvSpPr>
        <p:spPr>
          <a:xfrm>
            <a:off x="444840" y="5422042"/>
            <a:ext cx="1433384" cy="7908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542686A6-6487-3741-8510-6481D7D7B032}"/>
              </a:ext>
            </a:extLst>
          </p:cNvPr>
          <p:cNvSpPr txBox="1"/>
          <p:nvPr/>
        </p:nvSpPr>
        <p:spPr>
          <a:xfrm>
            <a:off x="154456" y="5355793"/>
            <a:ext cx="20141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Henter en </a:t>
            </a:r>
            <a:r>
              <a:rPr lang="nb-NO" dirty="0" err="1"/>
              <a:t>string</a:t>
            </a:r>
            <a:r>
              <a:rPr lang="nb-NO" dirty="0"/>
              <a:t> med navnet på </a:t>
            </a:r>
            <a:r>
              <a:rPr lang="nb-NO" dirty="0" err="1"/>
              <a:t>lånetaker</a:t>
            </a:r>
            <a:endParaRPr lang="nb-NO" dirty="0"/>
          </a:p>
        </p:txBody>
      </p:sp>
      <p:cxnSp>
        <p:nvCxnSpPr>
          <p:cNvPr id="11" name="Rett pil 10">
            <a:extLst>
              <a:ext uri="{FF2B5EF4-FFF2-40B4-BE49-F238E27FC236}">
                <a16:creationId xmlns:a16="http://schemas.microsoft.com/office/drawing/2014/main" id="{23C535AE-0D0E-B64E-8890-628C821541F1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1161535" y="1470454"/>
            <a:ext cx="0" cy="746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Rett pil 12">
            <a:extLst>
              <a:ext uri="{FF2B5EF4-FFF2-40B4-BE49-F238E27FC236}">
                <a16:creationId xmlns:a16="http://schemas.microsoft.com/office/drawing/2014/main" id="{2E88CA6B-8505-FB48-B940-E8B4B516FD2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1161535" y="3008009"/>
            <a:ext cx="0" cy="807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Rett pil 15">
            <a:extLst>
              <a:ext uri="{FF2B5EF4-FFF2-40B4-BE49-F238E27FC236}">
                <a16:creationId xmlns:a16="http://schemas.microsoft.com/office/drawing/2014/main" id="{4B656DBC-D315-C146-9CCE-A0272632061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61535" y="4606070"/>
            <a:ext cx="0" cy="815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Rett linje 19">
            <a:extLst>
              <a:ext uri="{FF2B5EF4-FFF2-40B4-BE49-F238E27FC236}">
                <a16:creationId xmlns:a16="http://schemas.microsoft.com/office/drawing/2014/main" id="{7484B6C7-9B29-304C-9B03-88FC27770361}"/>
              </a:ext>
            </a:extLst>
          </p:cNvPr>
          <p:cNvCxnSpPr>
            <a:cxnSpLocks/>
          </p:cNvCxnSpPr>
          <p:nvPr/>
        </p:nvCxnSpPr>
        <p:spPr>
          <a:xfrm flipH="1" flipV="1">
            <a:off x="1161532" y="6229695"/>
            <a:ext cx="3" cy="2823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A1054BC7-FCE0-3E4A-A66F-C9B41FD57F3B}"/>
              </a:ext>
            </a:extLst>
          </p:cNvPr>
          <p:cNvCxnSpPr>
            <a:cxnSpLocks/>
          </p:cNvCxnSpPr>
          <p:nvPr/>
        </p:nvCxnSpPr>
        <p:spPr>
          <a:xfrm>
            <a:off x="1161532" y="6524368"/>
            <a:ext cx="1322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Rett linje 25">
            <a:extLst>
              <a:ext uri="{FF2B5EF4-FFF2-40B4-BE49-F238E27FC236}">
                <a16:creationId xmlns:a16="http://schemas.microsoft.com/office/drawing/2014/main" id="{6218E8BF-BBED-574D-B42F-25C193A27E93}"/>
              </a:ext>
            </a:extLst>
          </p:cNvPr>
          <p:cNvCxnSpPr>
            <a:cxnSpLocks/>
          </p:cNvCxnSpPr>
          <p:nvPr/>
        </p:nvCxnSpPr>
        <p:spPr>
          <a:xfrm>
            <a:off x="2483708" y="345990"/>
            <a:ext cx="0" cy="6178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Rett linje 28">
            <a:extLst>
              <a:ext uri="{FF2B5EF4-FFF2-40B4-BE49-F238E27FC236}">
                <a16:creationId xmlns:a16="http://schemas.microsoft.com/office/drawing/2014/main" id="{33AB77E4-E554-C24F-B1E7-D954229950F5}"/>
              </a:ext>
            </a:extLst>
          </p:cNvPr>
          <p:cNvCxnSpPr>
            <a:cxnSpLocks/>
          </p:cNvCxnSpPr>
          <p:nvPr/>
        </p:nvCxnSpPr>
        <p:spPr>
          <a:xfrm flipH="1">
            <a:off x="2483707" y="345990"/>
            <a:ext cx="324982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Rett pil 31">
            <a:extLst>
              <a:ext uri="{FF2B5EF4-FFF2-40B4-BE49-F238E27FC236}">
                <a16:creationId xmlns:a16="http://schemas.microsoft.com/office/drawing/2014/main" id="{69378B18-4F01-1541-8FF4-986AD61AC623}"/>
              </a:ext>
            </a:extLst>
          </p:cNvPr>
          <p:cNvCxnSpPr>
            <a:cxnSpLocks/>
          </p:cNvCxnSpPr>
          <p:nvPr/>
        </p:nvCxnSpPr>
        <p:spPr>
          <a:xfrm>
            <a:off x="5733535" y="345990"/>
            <a:ext cx="0" cy="39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ombe 34">
            <a:extLst>
              <a:ext uri="{FF2B5EF4-FFF2-40B4-BE49-F238E27FC236}">
                <a16:creationId xmlns:a16="http://schemas.microsoft.com/office/drawing/2014/main" id="{E3561BCA-3A26-B243-B703-03E27FAF8300}"/>
              </a:ext>
            </a:extLst>
          </p:cNvPr>
          <p:cNvSpPr/>
          <p:nvPr/>
        </p:nvSpPr>
        <p:spPr>
          <a:xfrm>
            <a:off x="5492584" y="745558"/>
            <a:ext cx="481902" cy="479650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7D2C1D5A-473C-EF47-BF4B-F2024AFA8999}"/>
              </a:ext>
            </a:extLst>
          </p:cNvPr>
          <p:cNvSpPr/>
          <p:nvPr/>
        </p:nvSpPr>
        <p:spPr>
          <a:xfrm>
            <a:off x="3113903" y="1789840"/>
            <a:ext cx="1433384" cy="7908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Rektangel 36">
            <a:extLst>
              <a:ext uri="{FF2B5EF4-FFF2-40B4-BE49-F238E27FC236}">
                <a16:creationId xmlns:a16="http://schemas.microsoft.com/office/drawing/2014/main" id="{23E663F4-C8EC-0C46-9EAE-CC4E117250AF}"/>
              </a:ext>
            </a:extLst>
          </p:cNvPr>
          <p:cNvSpPr/>
          <p:nvPr/>
        </p:nvSpPr>
        <p:spPr>
          <a:xfrm>
            <a:off x="6862118" y="1789840"/>
            <a:ext cx="1433384" cy="7908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Rombe 37">
            <a:extLst>
              <a:ext uri="{FF2B5EF4-FFF2-40B4-BE49-F238E27FC236}">
                <a16:creationId xmlns:a16="http://schemas.microsoft.com/office/drawing/2014/main" id="{69A3CF65-C493-3A47-9902-BA9AAA88F2FC}"/>
              </a:ext>
            </a:extLst>
          </p:cNvPr>
          <p:cNvSpPr/>
          <p:nvPr/>
        </p:nvSpPr>
        <p:spPr>
          <a:xfrm>
            <a:off x="5492584" y="3731004"/>
            <a:ext cx="481902" cy="479650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2" name="Rett linje 41">
            <a:extLst>
              <a:ext uri="{FF2B5EF4-FFF2-40B4-BE49-F238E27FC236}">
                <a16:creationId xmlns:a16="http://schemas.microsoft.com/office/drawing/2014/main" id="{52E8E079-C509-6541-9DBC-EF8EE765B2E5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5974486" y="985383"/>
            <a:ext cx="16043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Rett linje 44">
            <a:extLst>
              <a:ext uri="{FF2B5EF4-FFF2-40B4-BE49-F238E27FC236}">
                <a16:creationId xmlns:a16="http://schemas.microsoft.com/office/drawing/2014/main" id="{E81BB95D-DBFA-CA41-93F1-6E408A82C64A}"/>
              </a:ext>
            </a:extLst>
          </p:cNvPr>
          <p:cNvCxnSpPr>
            <a:cxnSpLocks/>
          </p:cNvCxnSpPr>
          <p:nvPr/>
        </p:nvCxnSpPr>
        <p:spPr>
          <a:xfrm flipH="1">
            <a:off x="3888260" y="986344"/>
            <a:ext cx="16043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Rett pil 45">
            <a:extLst>
              <a:ext uri="{FF2B5EF4-FFF2-40B4-BE49-F238E27FC236}">
                <a16:creationId xmlns:a16="http://schemas.microsoft.com/office/drawing/2014/main" id="{FFAEE82E-9267-7240-B75B-D36A225BBA1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578810" y="985383"/>
            <a:ext cx="0" cy="804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Rett pil 49">
            <a:extLst>
              <a:ext uri="{FF2B5EF4-FFF2-40B4-BE49-F238E27FC236}">
                <a16:creationId xmlns:a16="http://schemas.microsoft.com/office/drawing/2014/main" id="{8FB07FCA-6ACB-B94A-AED1-ED53B4F7F87F}"/>
              </a:ext>
            </a:extLst>
          </p:cNvPr>
          <p:cNvCxnSpPr>
            <a:cxnSpLocks/>
          </p:cNvCxnSpPr>
          <p:nvPr/>
        </p:nvCxnSpPr>
        <p:spPr>
          <a:xfrm>
            <a:off x="3888260" y="985383"/>
            <a:ext cx="0" cy="804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Rett linje 50">
            <a:extLst>
              <a:ext uri="{FF2B5EF4-FFF2-40B4-BE49-F238E27FC236}">
                <a16:creationId xmlns:a16="http://schemas.microsoft.com/office/drawing/2014/main" id="{0A0E6DCA-5D75-5A4A-86D7-0AFC171F0E32}"/>
              </a:ext>
            </a:extLst>
          </p:cNvPr>
          <p:cNvCxnSpPr>
            <a:cxnSpLocks/>
          </p:cNvCxnSpPr>
          <p:nvPr/>
        </p:nvCxnSpPr>
        <p:spPr>
          <a:xfrm flipV="1">
            <a:off x="3888261" y="2580673"/>
            <a:ext cx="0" cy="13901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Rett pil 54">
            <a:extLst>
              <a:ext uri="{FF2B5EF4-FFF2-40B4-BE49-F238E27FC236}">
                <a16:creationId xmlns:a16="http://schemas.microsoft.com/office/drawing/2014/main" id="{824E9948-F1A5-B04F-B61C-8640396A1D0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3888260" y="3970829"/>
            <a:ext cx="16043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Rett linje 62">
            <a:extLst>
              <a:ext uri="{FF2B5EF4-FFF2-40B4-BE49-F238E27FC236}">
                <a16:creationId xmlns:a16="http://schemas.microsoft.com/office/drawing/2014/main" id="{B119289E-D0DF-D049-BBC9-BAF70449997E}"/>
              </a:ext>
            </a:extLst>
          </p:cNvPr>
          <p:cNvCxnSpPr>
            <a:cxnSpLocks/>
          </p:cNvCxnSpPr>
          <p:nvPr/>
        </p:nvCxnSpPr>
        <p:spPr>
          <a:xfrm flipV="1">
            <a:off x="7578810" y="2580672"/>
            <a:ext cx="0" cy="13901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Rett pil 63">
            <a:extLst>
              <a:ext uri="{FF2B5EF4-FFF2-40B4-BE49-F238E27FC236}">
                <a16:creationId xmlns:a16="http://schemas.microsoft.com/office/drawing/2014/main" id="{E5F20CCD-C4A8-DF4B-B9C8-0997B3AFEDF5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5974486" y="3969868"/>
            <a:ext cx="1604324" cy="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Rett pil 66">
            <a:extLst>
              <a:ext uri="{FF2B5EF4-FFF2-40B4-BE49-F238E27FC236}">
                <a16:creationId xmlns:a16="http://schemas.microsoft.com/office/drawing/2014/main" id="{30A76ADA-62EB-1249-8D8C-3C5D2B5EA87A}"/>
              </a:ext>
            </a:extLst>
          </p:cNvPr>
          <p:cNvCxnSpPr>
            <a:cxnSpLocks/>
          </p:cNvCxnSpPr>
          <p:nvPr/>
        </p:nvCxnSpPr>
        <p:spPr>
          <a:xfrm>
            <a:off x="5733535" y="4210654"/>
            <a:ext cx="0" cy="39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Rett pil 67">
            <a:extLst>
              <a:ext uri="{FF2B5EF4-FFF2-40B4-BE49-F238E27FC236}">
                <a16:creationId xmlns:a16="http://schemas.microsoft.com/office/drawing/2014/main" id="{4F17741D-5E6B-F34E-92CF-D69AB877F5BF}"/>
              </a:ext>
            </a:extLst>
          </p:cNvPr>
          <p:cNvCxnSpPr>
            <a:cxnSpLocks/>
          </p:cNvCxnSpPr>
          <p:nvPr/>
        </p:nvCxnSpPr>
        <p:spPr>
          <a:xfrm>
            <a:off x="5733535" y="5186057"/>
            <a:ext cx="0" cy="39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kstSylinder 68">
            <a:extLst>
              <a:ext uri="{FF2B5EF4-FFF2-40B4-BE49-F238E27FC236}">
                <a16:creationId xmlns:a16="http://schemas.microsoft.com/office/drawing/2014/main" id="{9901D453-E263-0642-8E24-8BB821872D5E}"/>
              </a:ext>
            </a:extLst>
          </p:cNvPr>
          <p:cNvSpPr txBox="1"/>
          <p:nvPr/>
        </p:nvSpPr>
        <p:spPr>
          <a:xfrm>
            <a:off x="2953265" y="1755512"/>
            <a:ext cx="1754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Gi beskjed om at utleien ikke ble registrert</a:t>
            </a:r>
          </a:p>
        </p:txBody>
      </p:sp>
      <p:sp>
        <p:nvSpPr>
          <p:cNvPr id="70" name="TekstSylinder 69">
            <a:extLst>
              <a:ext uri="{FF2B5EF4-FFF2-40B4-BE49-F238E27FC236}">
                <a16:creationId xmlns:a16="http://schemas.microsoft.com/office/drawing/2014/main" id="{1CC122B1-D9FB-9844-9B1D-99C3859C2A82}"/>
              </a:ext>
            </a:extLst>
          </p:cNvPr>
          <p:cNvSpPr txBox="1"/>
          <p:nvPr/>
        </p:nvSpPr>
        <p:spPr>
          <a:xfrm>
            <a:off x="6701480" y="1723591"/>
            <a:ext cx="1754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Gi beskjed om at utleien ble registrert</a:t>
            </a:r>
          </a:p>
        </p:txBody>
      </p:sp>
      <p:sp>
        <p:nvSpPr>
          <p:cNvPr id="71" name="TekstSylinder 70">
            <a:extLst>
              <a:ext uri="{FF2B5EF4-FFF2-40B4-BE49-F238E27FC236}">
                <a16:creationId xmlns:a16="http://schemas.microsoft.com/office/drawing/2014/main" id="{AE3438DA-4E41-E846-A349-D4C10D43E10F}"/>
              </a:ext>
            </a:extLst>
          </p:cNvPr>
          <p:cNvSpPr txBox="1"/>
          <p:nvPr/>
        </p:nvSpPr>
        <p:spPr>
          <a:xfrm>
            <a:off x="5902464" y="578877"/>
            <a:ext cx="191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/>
              <a:t>regUtleie</a:t>
            </a:r>
            <a:r>
              <a:rPr lang="nb-NO" dirty="0"/>
              <a:t>() == true</a:t>
            </a:r>
          </a:p>
        </p:txBody>
      </p:sp>
      <p:sp>
        <p:nvSpPr>
          <p:cNvPr id="72" name="TekstSylinder 71">
            <a:extLst>
              <a:ext uri="{FF2B5EF4-FFF2-40B4-BE49-F238E27FC236}">
                <a16:creationId xmlns:a16="http://schemas.microsoft.com/office/drawing/2014/main" id="{15A980C5-0C4C-0F46-8B4C-C188104E9345}"/>
              </a:ext>
            </a:extLst>
          </p:cNvPr>
          <p:cNvSpPr txBox="1"/>
          <p:nvPr/>
        </p:nvSpPr>
        <p:spPr>
          <a:xfrm>
            <a:off x="3567435" y="585816"/>
            <a:ext cx="19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/>
              <a:t>regUtleie</a:t>
            </a:r>
            <a:r>
              <a:rPr lang="nb-NO" dirty="0"/>
              <a:t>() == false</a:t>
            </a:r>
          </a:p>
        </p:txBody>
      </p:sp>
      <p:sp>
        <p:nvSpPr>
          <p:cNvPr id="73" name="TekstSylinder 72">
            <a:extLst>
              <a:ext uri="{FF2B5EF4-FFF2-40B4-BE49-F238E27FC236}">
                <a16:creationId xmlns:a16="http://schemas.microsoft.com/office/drawing/2014/main" id="{83512E40-8563-E24A-B50D-3E9D7DAC3E80}"/>
              </a:ext>
            </a:extLst>
          </p:cNvPr>
          <p:cNvSpPr txBox="1"/>
          <p:nvPr/>
        </p:nvSpPr>
        <p:spPr>
          <a:xfrm>
            <a:off x="5376610" y="4713456"/>
            <a:ext cx="71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195204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212</Words>
  <Application>Microsoft Macintosh PowerPoint</Application>
  <PresentationFormat>Skjermfremvisning (4:3)</PresentationFormat>
  <Paragraphs>42</Paragraphs>
  <Slides>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Office-tema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Ida Green Heglund</dc:creator>
  <cp:lastModifiedBy>Ida Green Heglund</cp:lastModifiedBy>
  <cp:revision>3</cp:revision>
  <dcterms:created xsi:type="dcterms:W3CDTF">2020-12-13T14:30:38Z</dcterms:created>
  <dcterms:modified xsi:type="dcterms:W3CDTF">2020-12-14T11:41:05Z</dcterms:modified>
</cp:coreProperties>
</file>